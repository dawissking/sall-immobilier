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Proposition de Collaboration</a:t>
            </a:r>
          </a:p>
          <a:p>
            <a:r>
              <a:t>Sall Immobilier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Accompagnement digital, site web et maintenance informatique</a:t>
            </a:r>
          </a:p>
          <a:p>
            <a:r>
              <a:t>Présenté par Amadou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Création &amp; gestion des pages pro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Facebook, Instagram, TikTok, LinkedIn, WhatsApp Business</a:t>
            </a:r>
          </a:p>
          <a:p>
            <a:r>
              <a:rPr sz="2400"/>
              <a:t>Création des visuels et calendrier éditorial</a:t>
            </a:r>
          </a:p>
          <a:p>
            <a:r>
              <a:rPr sz="2400"/>
              <a:t>Gestion des messages, commentaires et réputation</a:t>
            </a:r>
          </a:p>
          <a:p>
            <a:r>
              <a:rPr sz="2400"/>
              <a:t>Campagnes sponsorisées pour générer des prospects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Site web immobilier professionnel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Catalogue des terrains, maisons et logements sociaux</a:t>
            </a:r>
          </a:p>
          <a:p>
            <a:r>
              <a:rPr sz="2400"/>
              <a:t>Filtres par zone, prix et type de bien</a:t>
            </a:r>
          </a:p>
          <a:p>
            <a:r>
              <a:rPr sz="2400"/>
              <a:t>Intégration WhatsApp, Google Maps et formulaires</a:t>
            </a:r>
          </a:p>
          <a:p>
            <a:r>
              <a:rPr sz="2400"/>
              <a:t>Optimisation mobile et référencement Google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Maintenance informatique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Maintenance PC et imprimantes</a:t>
            </a:r>
          </a:p>
          <a:p>
            <a:r>
              <a:rPr sz="2400"/>
              <a:t>Sécurité antivirus et sauvegardes</a:t>
            </a:r>
          </a:p>
          <a:p>
            <a:r>
              <a:rPr sz="2400"/>
              <a:t>Réseau Wi-Fi et assistance technique</a:t>
            </a:r>
          </a:p>
          <a:p>
            <a:r>
              <a:rPr sz="2400"/>
              <a:t>Réduction des pannes et gain de productivité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Bénéfices pour Sall Immobilier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Plus de visibilité et de crédibilité</a:t>
            </a:r>
          </a:p>
          <a:p>
            <a:r>
              <a:rPr sz="2400"/>
              <a:t>Augmentation des appels et visites</a:t>
            </a:r>
          </a:p>
          <a:p>
            <a:r>
              <a:rPr sz="2400"/>
              <a:t>Transformation des abonnés en clients</a:t>
            </a:r>
          </a:p>
          <a:p>
            <a:r>
              <a:rPr sz="2400"/>
              <a:t>Croissance durable et image premium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Méthode de travail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Phase 1 : audit et installation</a:t>
            </a:r>
          </a:p>
          <a:p>
            <a:r>
              <a:rPr sz="2400"/>
              <a:t>Phase 2 : lancement des plateformes</a:t>
            </a:r>
          </a:p>
          <a:p>
            <a:r>
              <a:rPr sz="2400"/>
              <a:t>Phase 3 : optimisation continue</a:t>
            </a:r>
          </a:p>
          <a:p>
            <a:r>
              <a:rPr sz="2400"/>
              <a:t>Suivi des résultats et amélioration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partenariat stratégique pour faire de Sall Immobilier une référence au Mali.</a:t>
            </a:r>
          </a:p>
          <a:p>
            <a:r>
              <a:t>Objectif : plus de clients, plus de ventes, plus de confiance.</a:t>
            </a:r>
          </a:p>
          <a:p>
            <a:r>
              <a:t>Votre digital + votre technique = croissance durable.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